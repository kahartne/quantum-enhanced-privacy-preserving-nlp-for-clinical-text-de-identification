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EA827-23C4-9B7C-AE9C-C898B998C7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B84CB3-B940-4722-E0D2-1346231AB1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A140C-2830-616B-2A23-D35736E2D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C8DE5-9385-4119-9134-5E25B724568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C6059-5599-A691-BAC1-90E7F97CA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0A868-21E8-15EE-929A-52D0ECB8A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83F9C-B170-483D-9BE2-632DFAB6B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23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0D363-6C1E-4541-99B5-938B49771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04C26-B94C-9C83-644F-89731C522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B1CD8-1C41-1550-8CEE-E78DC17E6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C8DE5-9385-4119-9134-5E25B724568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A355-C23B-5700-7255-16CD42F80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C148D-57BB-84E0-ADFF-8E2676FB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83F9C-B170-483D-9BE2-632DFAB6B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81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030DF-C247-BB33-7F76-FEA5E6DD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5E24B-8C8B-E39B-1B5B-8746100A4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6F863-BDAE-527D-F02B-01DF0F187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C8DE5-9385-4119-9134-5E25B724568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61EAB-E770-D9E7-96E8-F89CB7F2A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9008E-7E73-1321-4837-533D4179D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83F9C-B170-483D-9BE2-632DFAB6B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684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22591-50DC-E672-B62A-5A90946EE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28825-5D1D-B556-66C9-FFC146CF6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5CDDD-A4A5-404C-8B97-29756FF3AE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0E361-E082-F2E6-C0D1-43C771EB8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C8DE5-9385-4119-9134-5E25B724568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EDD84-2499-636A-B99A-9CA08E95B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304A1-375E-791B-023B-460B9E733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83F9C-B170-483D-9BE2-632DFAB6B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35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74D86-665D-B26E-3860-DDFE92569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2192B-986F-9496-8E4A-DB96D5131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D3F297-6A4F-0BAD-2C7D-3FE61A3CA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47C3C-4179-635C-D281-6C8FAE006E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D23BA-E5ED-FD88-AFCF-017D29126A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514581-DB83-97BC-E904-B704AE329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C8DE5-9385-4119-9134-5E25B724568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7D3534-3BD4-AE7B-C878-53F406EF0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127146-29DB-0B5F-FDCC-7BFDF550A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83F9C-B170-483D-9BE2-632DFAB6B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586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43272-D150-1E6C-B166-7F476ADB2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6135EE-8C05-21BA-6B5A-C76120529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C8DE5-9385-4119-9134-5E25B724568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D1A366-663C-0175-691F-E983F92CE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EEB9F2-146A-6A11-3DCA-DF0333D48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83F9C-B170-483D-9BE2-632DFAB6B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984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A61AFB-09EF-417F-0E02-241C12A09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C8DE5-9385-4119-9134-5E25B724568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EA39C4-4F40-7F13-5D6F-4F40B1223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8EC22-871A-2C52-19C2-FB1D6AE86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83F9C-B170-483D-9BE2-632DFAB6B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996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CA81D-2769-C414-4425-A06B7B59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58FAF-FEA4-8627-E1A4-1A3489758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C8854D-0AE2-6AF7-F689-273DE70C6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6F852-8076-EB58-7385-399C0F9CF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C8DE5-9385-4119-9134-5E25B724568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F375ED-F09E-66E6-8FFF-17A787E54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22034-5BBD-252C-7630-5FFA2B768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83F9C-B170-483D-9BE2-632DFAB6B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3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6769E-C403-0535-843D-B60442564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2422-16DF-1DF0-D8CB-3B6C84213D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09367F-AFCA-98D4-FE2C-ADB49BFC1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E0FB2-AF44-A188-8628-446ACCB32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C8DE5-9385-4119-9134-5E25B724568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A351EA-12BC-5968-3C11-0982350D3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A64C6-F56E-9BD4-1152-6892EEE0D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83F9C-B170-483D-9BE2-632DFAB6B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218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CD4E6-602D-0EE8-4EAF-231C0078F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9C630-8062-24CB-2000-7153A69E66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70C4A-3A2D-0799-E333-1356FAA8F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C8DE5-9385-4119-9134-5E25B724568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23D8C-4E57-9A46-FC1D-3CFCAE118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F664A-B395-8D68-92E5-40FA99B2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83F9C-B170-483D-9BE2-632DFAB6B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72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2822F7-E106-A530-B322-DC31DAB9D3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B848C7-0A77-9D5F-EDA1-ABE80D7D54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E822E-1D36-F7EB-294C-574E8CD6A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C8DE5-9385-4119-9134-5E25B724568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7DA9B-F056-28EE-5E5C-539EA7FDD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73A7D-02BF-D505-4F1E-40BEA03B3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83F9C-B170-483D-9BE2-632DFAB6B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45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DDA679-073B-DB2C-8201-DF1D8DE12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C2F11-AE76-D463-E9FD-8C4EE993A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C81CB-34A0-1790-D185-9A5D89C493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C8DE5-9385-4119-9134-5E25B724568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72548-4484-B076-54F0-50F6D8DBD3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4754A-D22E-1FC2-50F5-89832320BD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983F9C-B170-483D-9BE2-632DFAB6B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14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7CFDD-638A-8286-4391-1078CB3A36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Bridges-2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170B-7413-BD8F-000E-EF3CDDC1A5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Parameter_sweep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084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ED56E-9C2A-DECB-3EA8-E4C2CD3ED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15E9F-74E0-8C8B-66B8-80AD4301E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0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118A3-BF91-E216-7AE8-C16A0669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5C32E-7B78-A6FA-1FD2-A01A3E023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AC162-8C93-5206-B571-600B18C5F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468" y="394864"/>
            <a:ext cx="7259063" cy="606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199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D40C5-D524-DD0E-03CD-9C3F4DE0E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C89B0-2670-A2CB-84CA-00F39F4DD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E09210-1632-6937-C415-7F4286DF7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362" y="2071498"/>
            <a:ext cx="8783276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34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6E9BA-88E0-32AF-035D-FAD598FED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73BCD6-077F-8B14-BF9A-89E7EB5054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6704" y="2891476"/>
            <a:ext cx="9078592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567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Bridges-2 Results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Hartness</dc:creator>
  <cp:lastModifiedBy>Kyle Hartness</cp:lastModifiedBy>
  <cp:revision>1</cp:revision>
  <dcterms:created xsi:type="dcterms:W3CDTF">2026-08-17T03:15:14Z</dcterms:created>
  <dcterms:modified xsi:type="dcterms:W3CDTF">2026-08-17T03:35:07Z</dcterms:modified>
</cp:coreProperties>
</file>