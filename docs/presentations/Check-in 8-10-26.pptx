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5AFFB-F253-44F8-B56C-F72E430BB68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1BE8C-C42E-4B68-8376-12F8FA205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00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you’re in the compute node when running actual experiment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1BE8C-C42E-4B68-8376-12F8FA20519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6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DF41-E9DB-E54D-D819-7BFA85159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C754B-48BE-6B4C-FB73-F86A2C69B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C9032-09D5-D2DA-5C89-0D8045A5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E858C-956E-2362-02B7-B6EABE99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EB5B-37A0-89AF-3814-5F1840B0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2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D72E-147D-B061-1792-59C2AAE0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1A1B-14BF-C0BF-AADB-BBD60085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7772B-1C03-8D29-C423-77488627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7C0D9-3458-7659-99C8-E8596A62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9E730-7D33-760C-A658-DCCDA42B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5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CB1C-E59A-BAD2-778E-9F9A9991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9F1B-C12F-59F6-7E22-7601FF893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06D6-2D2E-972C-4A91-6E0A59F5C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15483-44A6-7F8B-9458-784D7CC7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0476A-C436-7D0E-A922-E3F7CC14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5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FD0F-FD18-89CB-A9B9-6C77FA13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5917-EC64-4900-BB74-1837E6AA2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0AA5F-06F5-E416-4F07-5424E553C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DAF3A-6467-C820-20DA-ED0736DB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C73E6-33E1-C57D-A36D-466D6B2D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82461-91CC-6AB2-2699-11F7A68F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66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9E83-D96C-0455-0B43-582B4D0B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97F52-7B01-5432-0129-279F03E43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9BA9F-387C-6C6A-A49C-B67326589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4662B-3366-9145-534F-80373DC1B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92921-B2D6-F2BB-D773-55B3EFC92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6348C-7143-8625-FF66-9345E81C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3AB94-693F-5CB9-1E9D-C0C8E37A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C7C02-626A-4A14-967F-BCE071A4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2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049B-7807-536A-38B0-F9303025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0769C-4240-1DBC-AE31-96E23D9CE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066A3-B5AB-1C2C-9E7C-90F52EF3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4FC59-DCA4-FED3-4ED6-562A1C82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8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26500-C103-8B00-4511-16DAE910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AEF39-C649-A3E7-BE57-0FED84DF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F5559-BC2B-1D75-E03F-A7FFFCCC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7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0A4D-C4B2-0C73-6D31-A4BAB9FD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0BEB3-0A7D-4ABE-24E7-51E8C44F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4011B-42BB-C4AC-A0F3-1DBA8298B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3FB7A-7411-E0DC-5A22-3A39540C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DFA8C-38AC-6433-D182-5D5CCD1D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B8E4A-FA0E-F4BC-B937-5386DE6C8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7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5C01-C99E-E59B-924B-90F143B4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6DF2E-CA84-FE74-6539-EAA6283B0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178F7-1499-0CAC-8FC7-BA8E21979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E2823-1FAF-B6EC-C724-A29F509B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871A1-DC19-749D-CAA0-88036B66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E14F2-6249-37B3-D7E3-C99E8E74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3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AAA2-0EAE-F01F-C126-B3B17FF0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874372-2CC5-2F6F-65BA-A0D82E37A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AE39B-D8B4-19B3-1E9B-F7406A4D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307C5-06CC-2401-385D-D394B843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AACA4-A48D-F19E-EFBB-D97E5664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7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97B755-AE11-CE1D-1CCC-871DD2A65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DFA83-C74C-AE3B-6954-EE0A1F97D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F2FE8-FB20-FF67-C55F-E65A51B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E2074-2BA4-3E1A-2D6B-57222B1C5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9D4F2-590A-344B-6633-FF5AE6F2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8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1E00B-3E58-E2E0-9435-EE947A480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0BCAB-8B14-055F-0AAB-2C5BD1652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0891E-DDF0-8628-1F13-BF31CC38D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47C61-85C4-4D79-ADC3-8D08F29403A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8DD58-879B-33DD-587C-0D5E4D18C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5C8DE-8839-674B-5346-19B3760FA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73281-3F78-4B98-BB4D-148E5F68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6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102A9B-BC93-F36E-ABBE-486ACBA5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hello_mpi.c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1508CE-04EB-7DF1-7086-578C8BD4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12" y="1825625"/>
            <a:ext cx="10187672" cy="477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25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90B7-A743-77EC-0235-DC5F0529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966"/>
            <a:ext cx="10515600" cy="1325563"/>
          </a:xfrm>
        </p:spPr>
        <p:txBody>
          <a:bodyPr/>
          <a:lstStyle/>
          <a:p>
            <a:r>
              <a:rPr lang="en-US" dirty="0" err="1"/>
              <a:t>parameter_sweep.slurm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FA9C6-C5BF-6ADC-6DD5-2099518C6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088" y="1072351"/>
            <a:ext cx="7285824" cy="571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hello_mpi.c</vt:lpstr>
      <vt:lpstr>parameter_sweep.slurm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Hartness</dc:creator>
  <cp:lastModifiedBy>Kyle Hartness</cp:lastModifiedBy>
  <cp:revision>2</cp:revision>
  <dcterms:created xsi:type="dcterms:W3CDTF">2026-08-10T01:46:51Z</dcterms:created>
  <dcterms:modified xsi:type="dcterms:W3CDTF">2026-08-14T17:20:44Z</dcterms:modified>
</cp:coreProperties>
</file>